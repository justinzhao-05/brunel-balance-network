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213878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5784" cy="21387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